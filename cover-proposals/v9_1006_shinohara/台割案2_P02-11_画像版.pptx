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notesMasterIdLst>
    <p:notesMasterId r:id="rId7"/>
  </p:notesMasterIdLst>
  <p:sldSz cx="15119604" cy="10692079"/>
  <p:notesSz cx="10692079" cy="15119604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notesMaster" Target="notesMasters/notesMaster1.xml"/><Relationship Id="rId8" Type="http://schemas.openxmlformats.org/officeDocument/2006/relationships/presProps" Target="presProps.xml"/><Relationship Id="rId9" Type="http://schemas.openxmlformats.org/officeDocument/2006/relationships/viewProps" Target="viewProps.xml"/><Relationship Id="rId10" Type="http://schemas.openxmlformats.org/officeDocument/2006/relationships/theme" Target="theme/theme1.xml"/><Relationship Id="rId1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5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2026-10-07T11:48:53Z</dcterms:created>
  <dcterms:modified xsi:type="dcterms:W3CDTF">2026-10-07T11:48:53Z</dcterms:modified>
</cp:coreProperties>
</file>