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711555"/>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6" name="Text 44"/>
          <p:cNvSpPr/>
          <p:nvPr/>
        </p:nvSpPr>
        <p:spPr>
          <a:xfrm>
            <a:off x="12395455" y="5352411"/>
            <a:ext cx="104006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66846"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13047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32941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65182"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8098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4401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733780" y="7102402"/>
            <a:ext cx="150477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744937" y="7267574"/>
            <a:ext cx="164191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309002"/>
            <a:ext cx="494127"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Iron Ore</a:t>
            </a:r>
            <a:endParaRPr lang="en-US" sz="760" dirty="0"/>
          </a:p>
        </p:txBody>
      </p:sp>
      <p:sp>
        <p:nvSpPr>
          <p:cNvPr id="10" name="Text 8"/>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1" name="Text 9"/>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2" name="Text 10"/>
          <p:cNvSpPr/>
          <p:nvPr/>
        </p:nvSpPr>
        <p:spPr>
          <a:xfrm>
            <a:off x="3659198" y="3309002"/>
            <a:ext cx="394765"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Nickel</a:t>
            </a:r>
            <a:endParaRPr lang="en-US" sz="760" dirty="0"/>
          </a:p>
        </p:txBody>
      </p:sp>
      <p:sp>
        <p:nvSpPr>
          <p:cNvPr id="13" name="Text 11"/>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4" name="Text 12"/>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5" name="Text 13"/>
          <p:cNvSpPr/>
          <p:nvPr/>
        </p:nvSpPr>
        <p:spPr>
          <a:xfrm>
            <a:off x="5869964" y="3309002"/>
            <a:ext cx="45896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Lithium</a:t>
            </a:r>
            <a:endParaRPr lang="en-US" sz="760" dirty="0"/>
          </a:p>
        </p:txBody>
      </p:sp>
      <p:sp>
        <p:nvSpPr>
          <p:cNvPr id="16" name="Text 14"/>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7" name="Text 15"/>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8" name="Text 16"/>
          <p:cNvSpPr/>
          <p:nvPr/>
        </p:nvSpPr>
        <p:spPr>
          <a:xfrm>
            <a:off x="1448433" y="4630379"/>
            <a:ext cx="114772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Bauxite · Aluminium</a:t>
            </a:r>
            <a:endParaRPr lang="en-US" sz="760" dirty="0"/>
          </a:p>
        </p:txBody>
      </p:sp>
      <p:sp>
        <p:nvSpPr>
          <p:cNvPr id="19" name="Text 17"/>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20" name="Text 18"/>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21" name="Text 19"/>
          <p:cNvSpPr/>
          <p:nvPr/>
        </p:nvSpPr>
        <p:spPr>
          <a:xfrm>
            <a:off x="3659198" y="4630379"/>
            <a:ext cx="54238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Fertilizer</a:t>
            </a:r>
            <a:endParaRPr lang="en-US" sz="760" dirty="0"/>
          </a:p>
        </p:txBody>
      </p:sp>
      <p:sp>
        <p:nvSpPr>
          <p:cNvPr id="22" name="Text 20"/>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23" name="Text 21"/>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24" name="Text 22"/>
          <p:cNvSpPr/>
          <p:nvPr/>
        </p:nvSpPr>
        <p:spPr>
          <a:xfrm>
            <a:off x="5869964" y="4630379"/>
            <a:ext cx="553962"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Recycled</a:t>
            </a:r>
            <a:endParaRPr lang="en-US" sz="760" dirty="0"/>
          </a:p>
        </p:txBody>
      </p:sp>
      <p:sp>
        <p:nvSpPr>
          <p:cNvPr id="25" name="Text 23"/>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6" name="Text 24"/>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7" name="Text 25"/>
          <p:cNvSpPr/>
          <p:nvPr/>
        </p:nvSpPr>
        <p:spPr>
          <a:xfrm>
            <a:off x="508222" y="6002578"/>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523506"/>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31" name="Text 29"/>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523506"/>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34" name="Text 32"/>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523506"/>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7" name="Text 35"/>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523506"/>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40" name="Text 38"/>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523506"/>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43" name="Text 41"/>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7" name="Text 45"/>
          <p:cNvSpPr/>
          <p:nvPr/>
        </p:nvSpPr>
        <p:spPr>
          <a:xfrm>
            <a:off x="2274293"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50" name="Text 48"/>
          <p:cNvSpPr/>
          <p:nvPr/>
        </p:nvSpPr>
        <p:spPr>
          <a:xfrm>
            <a:off x="3926015" y="7527244"/>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53" name="Text 51"/>
          <p:cNvSpPr/>
          <p:nvPr/>
        </p:nvSpPr>
        <p:spPr>
          <a:xfrm>
            <a:off x="5577736" y="7527244"/>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6" name="Text 54"/>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7" name="Text 55"/>
          <p:cNvSpPr/>
          <p:nvPr/>
        </p:nvSpPr>
        <p:spPr>
          <a:xfrm>
            <a:off x="4065776" y="9661776"/>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776126"/>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64" name="Text 62"/>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829764"/>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8" name="Text 66"/>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829764"/>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72" name="Text 70"/>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769975"/>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76" name="Text 74"/>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769975"/>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80" name="Text 78"/>
          <p:cNvSpPr/>
          <p:nvPr/>
        </p:nvSpPr>
        <p:spPr>
          <a:xfrm>
            <a:off x="8068024" y="4900769"/>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951119"/>
            <a:ext cx="410913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70" dirty="0"/>
          </a:p>
        </p:txBody>
      </p:sp>
      <p:sp>
        <p:nvSpPr>
          <p:cNvPr id="83" name="Text 8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3023188" y="5574163"/>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3023188" y="6184029"/>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023188" y="679389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7540148"/>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95" name="Text 93"/>
          <p:cNvSpPr/>
          <p:nvPr/>
        </p:nvSpPr>
        <p:spPr>
          <a:xfrm>
            <a:off x="8068024" y="8302481"/>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220491" y="8632825"/>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220491" y="8726021"/>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220491"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100" name="Text 98"/>
          <p:cNvSpPr/>
          <p:nvPr/>
        </p:nvSpPr>
        <p:spPr>
          <a:xfrm>
            <a:off x="10456667" y="8632825"/>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56667" y="8726021"/>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56667"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103" name="Text 101"/>
          <p:cNvSpPr/>
          <p:nvPr/>
        </p:nvSpPr>
        <p:spPr>
          <a:xfrm>
            <a:off x="12692844" y="8632825"/>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92844" y="8726021"/>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92844" y="8937155"/>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8039"/>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8039"/>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6978"/>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4616"/>
            <a:ext cx="3840312"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7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2026-10-07T10:25:16Z</dcterms:created>
  <dcterms:modified xsi:type="dcterms:W3CDTF">2026-10-07T10:25:16Z</dcterms:modified>
</cp:coreProperties>
</file>