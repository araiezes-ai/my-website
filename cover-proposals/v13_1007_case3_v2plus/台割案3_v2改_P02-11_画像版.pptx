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5119604" cy="10692079"/>
  <p:notesSz cx="10692079" cy="1511960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2026-10-07T10:25:16Z</dcterms:created>
  <dcterms:modified xsi:type="dcterms:W3CDTF">2026-10-07T10:25:16Z</dcterms:modified>
</cp:coreProperties>
</file>